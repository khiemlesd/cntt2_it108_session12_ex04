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AAEE"/>
                </a:solidFill>
              </a:defRPr>
            </a:pPr>
            <a:r>
              <a:t>STARTUP CLINIC | HỆ THỐNG CLINIC-CLOUD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Hiện đại hóa lưu trữ hồ sơ bệnh án chuẩn bảo mật y tế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328416" cy="384048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2000" b="1">
                <a:solidFill>
                  <a:srgbClr val="00AAEE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Lưu trữ khoa học</a:t>
            </a:r>
          </a:p>
          <a:p>
            <a:pPr>
              <a:spcAft>
                <a:spcPts val="1200"/>
              </a:spcAft>
              <a:defRPr sz="1100">
                <a:solidFill>
                  <a:srgbClr val="8892B0"/>
                </a:solidFill>
              </a:defRPr>
            </a:pPr>
            <a:r>
              <a:t>Quản lý 1,000+ hồ sơ bệnh nhân chuẩn Database Mindset trên nền tảng Cloud tích hợp.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Xử lý triệt để bẫy ô trống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Chuẩn hóa dữ liệu 10 cột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Truy tra cứu tức thì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1828800"/>
            <a:ext cx="3328416" cy="384048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2000" b="1">
                <a:solidFill>
                  <a:srgbClr val="00AAEE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Bảo mật chuẩn y tế</a:t>
            </a:r>
          </a:p>
          <a:p>
            <a:pPr>
              <a:spcAft>
                <a:spcPts val="1200"/>
              </a:spcAft>
              <a:defRPr sz="1100">
                <a:solidFill>
                  <a:srgbClr val="8892B0"/>
                </a:solidFill>
              </a:defRPr>
            </a:pPr>
            <a:r>
              <a:t>Tuân thủ nghiêm ngặt các tiêu chuẩn bảo mật HIPAA/GDPR về mã hóa dữ liệu y tế.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Mã hóa AES-256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Phân quyền RBAC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Ghi nhật ký Audit 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828800"/>
            <a:ext cx="3328416" cy="384048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2000" b="1">
                <a:solidFill>
                  <a:srgbClr val="00AAEE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Báo cáo tối giản</a:t>
            </a:r>
          </a:p>
          <a:p>
            <a:pPr>
              <a:spcAft>
                <a:spcPts val="1200"/>
              </a:spcAft>
              <a:defRPr sz="1100">
                <a:solidFill>
                  <a:srgbClr val="8892B0"/>
                </a:solidFill>
              </a:defRPr>
            </a:pPr>
            <a:r>
              <a:t>Trực quan hóa số liệu phân bố ca bệnh &amp; dịch bệnh bằng Donut Chart hiện đại.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Biểu đồ Donut tối giản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Tối ưu tương phản cao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Thiết kế slide 3 vùng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892B0"/>
                </a:solidFill>
              </a:defRPr>
            </a:pPr>
            <a:r>
              <a:t>Startup Clinic — Giải pháp quản lý y tế an toàn và toàn diện  |  Trang 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AAEE"/>
                </a:solidFill>
              </a:defRPr>
            </a:pPr>
            <a:r>
              <a:t>THỐNG KÊ BỆNH LÝ &amp; DỊCH BỆNH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Kiểm soát hiệu quả tỷ lệ dịch bệnh đạt 85% nhờ hệ thống báo cáo Donut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286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Sốt xuất huyết chiếm tỷ trọng lớn nhất (32%) trong các ca bệnh truyền nhiễm theo mùa.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• Cảm cúm mùa đứng thứ hai (25%), đòi hỏi mở rộng cơ số thuốc tự động trên kho dược Clinic-Cloud.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</a:defRPr>
            </a:pPr>
            <a:r>
              <a:t>• Các bệnh mãn tính (Tăng huyết áp, Đái tháo đường) duy trì điều trị định kỳ ổn định.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8892B0"/>
                </a:solidFill>
              </a:defRPr>
            </a:pPr>
            <a:r>
              <a:t>Startup Clinic — Donut Chart tối giản  |  Contrast Ratio &gt; 4.5:1  |  Trang 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