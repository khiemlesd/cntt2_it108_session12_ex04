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ca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F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806-4B0C-B8B9-317B5A4E5916}"/>
              </c:ext>
            </c:extLst>
          </c:dPt>
          <c:dPt>
            <c:idx val="1"/>
            <c:bubble3D val="0"/>
            <c:spPr>
              <a:solidFill>
                <a:srgbClr val="5B8F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806-4B0C-B8B9-317B5A4E5916}"/>
              </c:ext>
            </c:extLst>
          </c:dPt>
          <c:dPt>
            <c:idx val="2"/>
            <c:bubble3D val="0"/>
            <c:spPr>
              <a:solidFill>
                <a:srgbClr val="9DBCE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806-4B0C-B8B9-317B5A4E5916}"/>
              </c:ext>
            </c:extLst>
          </c:dPt>
          <c:dPt>
            <c:idx val="3"/>
            <c:bubble3D val="0"/>
            <c:spPr>
              <a:solidFill>
                <a:srgbClr val="C9D9E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806-4B0C-B8B9-317B5A4E5916}"/>
              </c:ext>
            </c:extLst>
          </c:dPt>
          <c:dPt>
            <c:idx val="4"/>
            <c:bubble3D val="0"/>
            <c:spPr>
              <a:solidFill>
                <a:srgbClr val="E3EAF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7806-4B0C-B8B9-317B5A4E5916}"/>
              </c:ext>
            </c:extLst>
          </c:dPt>
          <c:cat>
            <c:strRef>
              <c:f>Sheet1!$A$2:$A$6</c:f>
              <c:strCache>
                <c:ptCount val="5"/>
                <c:pt idx="0">
                  <c:v>Sốt xuất huyết  28%</c:v>
                </c:pt>
                <c:pt idx="1">
                  <c:v>Cúm mùa  30%</c:v>
                </c:pt>
                <c:pt idx="2">
                  <c:v>Tay chân miệng  18%</c:v>
                </c:pt>
                <c:pt idx="3">
                  <c:v>COVID-19  10%</c:v>
                </c:pt>
                <c:pt idx="4">
                  <c:v>Bệnh khác  14%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</c:v>
                </c:pt>
                <c:pt idx="1">
                  <c:v>301</c:v>
                </c:pt>
                <c:pt idx="2">
                  <c:v>182</c:v>
                </c:pt>
                <c:pt idx="3">
                  <c:v>95</c:v>
                </c:pt>
                <c:pt idx="4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06-4B0C-B8B9-317B5A4E59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B2B4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56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lợi ích chính của Clinic-Cloud, khớp với mục tiêu của đề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từ sheet Thống kê trong file Excel, dữ liệu mẫu tạo ngẫu nhiên.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IN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Clinic-Cloud  |  SRS-EMR-01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FA8"/>
                </a:solidFill>
              </a:rPr>
              <a:t>CLINIC-CLOUD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5A"/>
                </a:solidFill>
              </a:rPr>
              <a:t>Hồ sơ bệnh nhân lưu trữ an toàn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457200" y="1737360"/>
            <a:ext cx="2587752" cy="2286000"/>
          </a:xfrm>
          <a:prstGeom prst="roundRect">
            <a:avLst>
              <a:gd name="adj" fmla="val 4800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05A"/>
                </a:solidFill>
              </a:rPr>
              <a:t>Lưu trữ khoa học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4"/>
                </a:solidFill>
              </a:rPr>
              <a:t>Một hàng một bệnh nhân, 1000 hồ sơ trong một bảng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8124" y="1737360"/>
            <a:ext cx="2587752" cy="2286000"/>
          </a:xfrm>
          <a:prstGeom prst="roundRect">
            <a:avLst>
              <a:gd name="adj" fmla="val 4800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3552444" y="196596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2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52444" y="26974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05A"/>
                </a:solidFill>
              </a:rPr>
              <a:t>Bảo mật chuẩn y tế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52444" y="315468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4"/>
                </a:solidFill>
              </a:rPr>
              <a:t>Phân quyền theo vai trò, mã hóa, nhật ký truy cập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9048" y="1737360"/>
            <a:ext cx="2587752" cy="2286000"/>
          </a:xfrm>
          <a:prstGeom prst="roundRect">
            <a:avLst>
              <a:gd name="adj" fmla="val 4800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6974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05A"/>
                </a:solidFill>
              </a:rPr>
              <a:t>Tra cứu hiệu quả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315468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4"/>
                </a:solidFill>
              </a:rPr>
              <a:t>AutoFilter không bị ngắt vì ô trống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FA8"/>
                </a:solidFill>
              </a:rPr>
              <a:t>SỐ LIỆU DỊCH BỆNH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5A"/>
                </a:solidFill>
              </a:rPr>
              <a:t>Hai bệnh chiếm 58% số ca khám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63040"/>
          <a:ext cx="5577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828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2305A"/>
                </a:solidFill>
              </a:rPr>
              <a:t>1000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</a:rPr>
              <a:t>hồ sơ bệnh nhân, mỗi hồ sơ một chẩn đoán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FA8"/>
                </a:solidFill>
              </a:rPr>
              <a:t>Nhiều nhất: Cúm mùa, 301 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Trình chiếu Trên màn hình (16:9)</PresentationFormat>
  <Paragraphs>22</Paragraphs>
  <Slides>2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Clinic-Cloud: hồ sơ bệnh nhân an toàn</dc:title>
  <dc:subject>PptxGenJS Presentation</dc:subject>
  <dc:creator>PptxGenJS</dc:creator>
  <cp:lastModifiedBy>Khiêm Lê</cp:lastModifiedBy>
  <cp:revision>1</cp:revision>
  <dcterms:created xsi:type="dcterms:W3CDTF">2026-10-27T00:23:20Z</dcterms:created>
  <dcterms:modified xsi:type="dcterms:W3CDTF">2026-10-27T00:26:24Z</dcterms:modified>
</cp:coreProperties>
</file>